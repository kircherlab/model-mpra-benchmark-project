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C52A6A-E96F-4BC8-BFB8-B2C374C0993D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9987EC-E5E1-4494-B03A-B933FD5D3231}">
      <dgm:prSet phldrT="[Text]"/>
      <dgm:spPr/>
      <dgm:t>
        <a:bodyPr/>
        <a:lstStyle/>
        <a:p>
          <a:r>
            <a:rPr lang="en-US" dirty="0"/>
            <a:t>MPRA Dataset</a:t>
          </a:r>
        </a:p>
      </dgm:t>
    </dgm:pt>
    <dgm:pt modelId="{9D0124A6-63DC-4026-9EBA-F168F4AB99EC}" type="parTrans" cxnId="{82FDE1E3-A2B8-4D67-91F0-721379F612BE}">
      <dgm:prSet/>
      <dgm:spPr/>
      <dgm:t>
        <a:bodyPr/>
        <a:lstStyle/>
        <a:p>
          <a:endParaRPr lang="en-US"/>
        </a:p>
      </dgm:t>
    </dgm:pt>
    <dgm:pt modelId="{6CA4ED8B-A8AD-4EE7-8FCD-3221BB75E784}" type="sibTrans" cxnId="{82FDE1E3-A2B8-4D67-91F0-721379F612BE}">
      <dgm:prSet/>
      <dgm:spPr/>
      <dgm:t>
        <a:bodyPr/>
        <a:lstStyle/>
        <a:p>
          <a:endParaRPr lang="en-US"/>
        </a:p>
      </dgm:t>
    </dgm:pt>
    <dgm:pt modelId="{EAAE0366-0F87-49DE-9AD8-C3F1D403B67D}">
      <dgm:prSet phldrT="[Text]"/>
      <dgm:spPr/>
      <dgm:t>
        <a:bodyPr/>
        <a:lstStyle/>
        <a:p>
          <a:r>
            <a:rPr lang="en-US" b="1" dirty="0" err="1"/>
            <a:t>ProxReg</a:t>
          </a:r>
          <a:endParaRPr lang="en-US" b="1" dirty="0"/>
        </a:p>
      </dgm:t>
    </dgm:pt>
    <dgm:pt modelId="{231E9408-A6AB-42B2-872F-1331C7AB49E8}" type="parTrans" cxnId="{3FC7FB0B-238F-4F6A-ADB7-C5B835F99002}">
      <dgm:prSet/>
      <dgm:spPr/>
      <dgm:t>
        <a:bodyPr/>
        <a:lstStyle/>
        <a:p>
          <a:endParaRPr lang="en-US"/>
        </a:p>
      </dgm:t>
    </dgm:pt>
    <dgm:pt modelId="{5E97C6BA-F79B-46FA-B6A3-DEBF44FCD48E}" type="sibTrans" cxnId="{3FC7FB0B-238F-4F6A-ADB7-C5B835F99002}">
      <dgm:prSet/>
      <dgm:spPr/>
      <dgm:t>
        <a:bodyPr/>
        <a:lstStyle/>
        <a:p>
          <a:endParaRPr lang="en-US"/>
        </a:p>
      </dgm:t>
    </dgm:pt>
    <dgm:pt modelId="{1D61A7A5-8A98-487C-8BF5-D7CA27EDAF0A}">
      <dgm:prSet phldrT="[Text]"/>
      <dgm:spPr/>
      <dgm:t>
        <a:bodyPr/>
        <a:lstStyle/>
        <a:p>
          <a:r>
            <a:rPr lang="en-US" dirty="0"/>
            <a:t>Pre-Trained Models</a:t>
          </a:r>
        </a:p>
      </dgm:t>
    </dgm:pt>
    <dgm:pt modelId="{B02CC352-783B-4CB1-BBC5-1D8A73BE4992}" type="parTrans" cxnId="{FA4474A3-2125-4A37-B74C-5664CC31EE83}">
      <dgm:prSet/>
      <dgm:spPr/>
      <dgm:t>
        <a:bodyPr/>
        <a:lstStyle/>
        <a:p>
          <a:endParaRPr lang="en-US"/>
        </a:p>
      </dgm:t>
    </dgm:pt>
    <dgm:pt modelId="{8A8F7148-27B9-4D8F-8C0E-7FDEC0F49D85}" type="sibTrans" cxnId="{FA4474A3-2125-4A37-B74C-5664CC31EE83}">
      <dgm:prSet/>
      <dgm:spPr/>
      <dgm:t>
        <a:bodyPr/>
        <a:lstStyle/>
        <a:p>
          <a:endParaRPr lang="en-US"/>
        </a:p>
      </dgm:t>
    </dgm:pt>
    <dgm:pt modelId="{0443F944-2A34-4795-865D-05C93F3EE04D}">
      <dgm:prSet phldrT="[Text]"/>
      <dgm:spPr/>
      <dgm:t>
        <a:bodyPr/>
        <a:lstStyle/>
        <a:p>
          <a:r>
            <a:rPr lang="en-US" b="1" dirty="0" err="1"/>
            <a:t>Enformer</a:t>
          </a:r>
          <a:endParaRPr lang="en-US" b="1" dirty="0"/>
        </a:p>
      </dgm:t>
    </dgm:pt>
    <dgm:pt modelId="{C50368D2-024A-4936-A264-E4F2E5F5ECCD}" type="parTrans" cxnId="{1048BB92-D60E-4688-B19A-860228AC0898}">
      <dgm:prSet/>
      <dgm:spPr/>
      <dgm:t>
        <a:bodyPr/>
        <a:lstStyle/>
        <a:p>
          <a:endParaRPr lang="en-US"/>
        </a:p>
      </dgm:t>
    </dgm:pt>
    <dgm:pt modelId="{74565AC3-FC5A-456D-BC85-466C57279A3D}" type="sibTrans" cxnId="{1048BB92-D60E-4688-B19A-860228AC0898}">
      <dgm:prSet/>
      <dgm:spPr/>
      <dgm:t>
        <a:bodyPr/>
        <a:lstStyle/>
        <a:p>
          <a:endParaRPr lang="en-US"/>
        </a:p>
      </dgm:t>
    </dgm:pt>
    <dgm:pt modelId="{92C7B035-C39D-464D-B509-6F2690BEEA9D}">
      <dgm:prSet phldrT="[Text]"/>
      <dgm:spPr/>
      <dgm:t>
        <a:bodyPr/>
        <a:lstStyle/>
        <a:p>
          <a:r>
            <a:rPr lang="en-US" dirty="0"/>
            <a:t>Activity &amp; Benchmark</a:t>
          </a:r>
        </a:p>
      </dgm:t>
    </dgm:pt>
    <dgm:pt modelId="{7C9B958F-7415-42DC-BE2B-C56879DA3C1C}" type="parTrans" cxnId="{6AEABD13-D6CD-4082-80FB-F810472DD774}">
      <dgm:prSet/>
      <dgm:spPr/>
      <dgm:t>
        <a:bodyPr/>
        <a:lstStyle/>
        <a:p>
          <a:endParaRPr lang="en-US"/>
        </a:p>
      </dgm:t>
    </dgm:pt>
    <dgm:pt modelId="{2478C4B8-130B-460E-A805-DC835076F8E4}" type="sibTrans" cxnId="{6AEABD13-D6CD-4082-80FB-F810472DD774}">
      <dgm:prSet/>
      <dgm:spPr/>
      <dgm:t>
        <a:bodyPr/>
        <a:lstStyle/>
        <a:p>
          <a:endParaRPr lang="en-US"/>
        </a:p>
      </dgm:t>
    </dgm:pt>
    <dgm:pt modelId="{E40E63BD-B6C4-400A-BFF8-0A66BE091BD3}">
      <dgm:prSet phldrT="[Text]"/>
      <dgm:spPr/>
      <dgm:t>
        <a:bodyPr/>
        <a:lstStyle/>
        <a:p>
          <a:r>
            <a:rPr lang="en-US" b="1" dirty="0"/>
            <a:t>REF vs ALT </a:t>
          </a:r>
          <a:r>
            <a:rPr lang="el-GR" b="1" i="0" dirty="0"/>
            <a:t>Δ</a:t>
          </a:r>
          <a:endParaRPr lang="en-US" b="1" dirty="0"/>
        </a:p>
      </dgm:t>
    </dgm:pt>
    <dgm:pt modelId="{7414C867-E8BC-424C-BE64-20E2B13065C5}" type="parTrans" cxnId="{FA131E66-9461-4EBC-8A61-2FC79EBE6A94}">
      <dgm:prSet/>
      <dgm:spPr/>
      <dgm:t>
        <a:bodyPr/>
        <a:lstStyle/>
        <a:p>
          <a:endParaRPr lang="en-US"/>
        </a:p>
      </dgm:t>
    </dgm:pt>
    <dgm:pt modelId="{0C6C93C0-B9A1-4D42-996B-7F53FC7FC56F}" type="sibTrans" cxnId="{FA131E66-9461-4EBC-8A61-2FC79EBE6A94}">
      <dgm:prSet/>
      <dgm:spPr/>
      <dgm:t>
        <a:bodyPr/>
        <a:lstStyle/>
        <a:p>
          <a:endParaRPr lang="en-US"/>
        </a:p>
      </dgm:t>
    </dgm:pt>
    <dgm:pt modelId="{97BA9649-5D53-4DBD-AF57-437C2D0B89BD}">
      <dgm:prSet phldrT="[Text]"/>
      <dgm:spPr/>
      <dgm:t>
        <a:bodyPr/>
        <a:lstStyle/>
        <a:p>
          <a:r>
            <a:rPr lang="en-US" b="1" dirty="0"/>
            <a:t>Ryan </a:t>
          </a:r>
          <a:r>
            <a:rPr lang="en-US" b="1" i="0" dirty="0" err="1"/>
            <a:t>Tewhey</a:t>
          </a:r>
          <a:r>
            <a:rPr lang="en-US" b="1" dirty="0"/>
            <a:t> </a:t>
          </a:r>
        </a:p>
      </dgm:t>
    </dgm:pt>
    <dgm:pt modelId="{E82B1A07-EE52-4D2E-B630-50780503BFF8}" type="parTrans" cxnId="{3727B778-F54A-413A-A887-98F0DFE38AF2}">
      <dgm:prSet/>
      <dgm:spPr/>
      <dgm:t>
        <a:bodyPr/>
        <a:lstStyle/>
        <a:p>
          <a:endParaRPr lang="en-US"/>
        </a:p>
      </dgm:t>
    </dgm:pt>
    <dgm:pt modelId="{4B312BD1-BE84-4CBE-8FFE-A83BF7C83E27}" type="sibTrans" cxnId="{3727B778-F54A-413A-A887-98F0DFE38AF2}">
      <dgm:prSet/>
      <dgm:spPr/>
      <dgm:t>
        <a:bodyPr/>
        <a:lstStyle/>
        <a:p>
          <a:endParaRPr lang="en-US"/>
        </a:p>
      </dgm:t>
    </dgm:pt>
    <dgm:pt modelId="{4E9E105A-0F54-4036-91B3-9AB03FE29A12}">
      <dgm:prSet phldrT="[Text]"/>
      <dgm:spPr/>
      <dgm:t>
        <a:bodyPr/>
        <a:lstStyle/>
        <a:p>
          <a:r>
            <a:rPr lang="en-US" b="1" dirty="0"/>
            <a:t>80k </a:t>
          </a:r>
        </a:p>
      </dgm:t>
    </dgm:pt>
    <dgm:pt modelId="{2733F962-9920-45AF-908C-87225AC96EF3}" type="parTrans" cxnId="{EDF58820-DB7F-42B8-86E7-4A49AB7D31A6}">
      <dgm:prSet/>
      <dgm:spPr/>
      <dgm:t>
        <a:bodyPr/>
        <a:lstStyle/>
        <a:p>
          <a:endParaRPr lang="en-US"/>
        </a:p>
      </dgm:t>
    </dgm:pt>
    <dgm:pt modelId="{BCA4164C-53C6-47AE-9DB0-BA5B52FCD42B}" type="sibTrans" cxnId="{EDF58820-DB7F-42B8-86E7-4A49AB7D31A6}">
      <dgm:prSet/>
      <dgm:spPr/>
      <dgm:t>
        <a:bodyPr/>
        <a:lstStyle/>
        <a:p>
          <a:endParaRPr lang="en-US"/>
        </a:p>
      </dgm:t>
    </dgm:pt>
    <dgm:pt modelId="{07FFEF61-2761-467E-BFC6-9B70A36C97F6}">
      <dgm:prSet phldrT="[Text]"/>
      <dgm:spPr/>
      <dgm:t>
        <a:bodyPr/>
        <a:lstStyle/>
        <a:p>
          <a:r>
            <a:rPr lang="en-US" b="1" dirty="0" err="1"/>
            <a:t>AlphaGenome</a:t>
          </a:r>
          <a:endParaRPr lang="en-US" b="1" dirty="0"/>
        </a:p>
      </dgm:t>
    </dgm:pt>
    <dgm:pt modelId="{810DD369-1F7F-42FE-AA25-1FC3415357EC}" type="parTrans" cxnId="{AEA23FD0-EEC2-46E7-82EF-232AA3A5EC05}">
      <dgm:prSet/>
      <dgm:spPr/>
      <dgm:t>
        <a:bodyPr/>
        <a:lstStyle/>
        <a:p>
          <a:endParaRPr lang="en-US"/>
        </a:p>
      </dgm:t>
    </dgm:pt>
    <dgm:pt modelId="{B4630362-8088-4070-A7E8-F0E0BE5D8E1A}" type="sibTrans" cxnId="{AEA23FD0-EEC2-46E7-82EF-232AA3A5EC05}">
      <dgm:prSet/>
      <dgm:spPr/>
      <dgm:t>
        <a:bodyPr/>
        <a:lstStyle/>
        <a:p>
          <a:endParaRPr lang="en-US"/>
        </a:p>
      </dgm:t>
    </dgm:pt>
    <dgm:pt modelId="{5B2EE848-3672-4F5C-80E7-E18C8B2073F2}">
      <dgm:prSet phldrT="[Text]"/>
      <dgm:spPr/>
      <dgm:t>
        <a:bodyPr/>
        <a:lstStyle/>
        <a:p>
          <a:r>
            <a:rPr lang="en-US" b="1" dirty="0"/>
            <a:t>Borzoi</a:t>
          </a:r>
        </a:p>
      </dgm:t>
    </dgm:pt>
    <dgm:pt modelId="{A7439D8F-01E1-4836-9030-F804BA49F015}" type="parTrans" cxnId="{586B469D-8B4B-40DA-A19C-8DEE12EA5579}">
      <dgm:prSet/>
      <dgm:spPr/>
      <dgm:t>
        <a:bodyPr/>
        <a:lstStyle/>
        <a:p>
          <a:endParaRPr lang="en-US"/>
        </a:p>
      </dgm:t>
    </dgm:pt>
    <dgm:pt modelId="{E9D065BC-43B7-4AC4-B611-6475762FB1C0}" type="sibTrans" cxnId="{586B469D-8B4B-40DA-A19C-8DEE12EA5579}">
      <dgm:prSet/>
      <dgm:spPr/>
      <dgm:t>
        <a:bodyPr/>
        <a:lstStyle/>
        <a:p>
          <a:endParaRPr lang="en-US"/>
        </a:p>
      </dgm:t>
    </dgm:pt>
    <dgm:pt modelId="{3630FCC9-E81A-463F-ACBF-CDB8BEE5D4B3}">
      <dgm:prSet phldrT="[Text]"/>
      <dgm:spPr/>
      <dgm:t>
        <a:bodyPr/>
        <a:lstStyle/>
        <a:p>
          <a:r>
            <a:rPr lang="en-US" b="1" dirty="0"/>
            <a:t>NT / DNABERT </a:t>
          </a:r>
        </a:p>
      </dgm:t>
    </dgm:pt>
    <dgm:pt modelId="{FB2CD0D0-8409-4F43-BD48-0478E4F6A297}" type="parTrans" cxnId="{DE14655C-F365-498E-B65C-F27D147E9A0F}">
      <dgm:prSet/>
      <dgm:spPr/>
      <dgm:t>
        <a:bodyPr/>
        <a:lstStyle/>
        <a:p>
          <a:endParaRPr lang="en-US"/>
        </a:p>
      </dgm:t>
    </dgm:pt>
    <dgm:pt modelId="{DE0A01FA-A4CB-4C45-A4D0-BEC90DE12A3C}" type="sibTrans" cxnId="{DE14655C-F365-498E-B65C-F27D147E9A0F}">
      <dgm:prSet/>
      <dgm:spPr/>
      <dgm:t>
        <a:bodyPr/>
        <a:lstStyle/>
        <a:p>
          <a:endParaRPr lang="en-US"/>
        </a:p>
      </dgm:t>
    </dgm:pt>
    <dgm:pt modelId="{3BB09596-844E-441D-8047-D10978E195F8}">
      <dgm:prSet phldrT="[Text]"/>
      <dgm:spPr/>
      <dgm:t>
        <a:bodyPr/>
        <a:lstStyle/>
        <a:p>
          <a:r>
            <a:rPr lang="en-US" b="1" dirty="0"/>
            <a:t>…</a:t>
          </a:r>
        </a:p>
      </dgm:t>
    </dgm:pt>
    <dgm:pt modelId="{1B13BBF0-8CDB-4A95-954C-1DD1EC35F1A6}" type="parTrans" cxnId="{D8360EC1-204E-4D3F-A1E0-9C9793B3ADC9}">
      <dgm:prSet/>
      <dgm:spPr/>
      <dgm:t>
        <a:bodyPr/>
        <a:lstStyle/>
        <a:p>
          <a:endParaRPr lang="en-US"/>
        </a:p>
      </dgm:t>
    </dgm:pt>
    <dgm:pt modelId="{32A00F5C-E007-4D74-8E5B-00821B45C62C}" type="sibTrans" cxnId="{D8360EC1-204E-4D3F-A1E0-9C9793B3ADC9}">
      <dgm:prSet/>
      <dgm:spPr/>
      <dgm:t>
        <a:bodyPr/>
        <a:lstStyle/>
        <a:p>
          <a:endParaRPr lang="en-US"/>
        </a:p>
      </dgm:t>
    </dgm:pt>
    <dgm:pt modelId="{31F4C7DB-29BA-48E7-8C96-F3B03EC84081}">
      <dgm:prSet phldrT="[Text]"/>
      <dgm:spPr/>
      <dgm:t>
        <a:bodyPr/>
        <a:lstStyle/>
        <a:p>
          <a:r>
            <a:rPr lang="en-US" b="1" dirty="0"/>
            <a:t>Translation Activity - Prediction </a:t>
          </a:r>
        </a:p>
      </dgm:t>
    </dgm:pt>
    <dgm:pt modelId="{0B6B0002-AAD9-475D-AEC1-F797FB86687E}" type="parTrans" cxnId="{435FBA87-150D-46D4-927B-DCAB8F6477D3}">
      <dgm:prSet/>
      <dgm:spPr/>
      <dgm:t>
        <a:bodyPr/>
        <a:lstStyle/>
        <a:p>
          <a:endParaRPr lang="en-US"/>
        </a:p>
      </dgm:t>
    </dgm:pt>
    <dgm:pt modelId="{1A6B2A0F-45C1-425E-8D24-16A2AAA76E9C}" type="sibTrans" cxnId="{435FBA87-150D-46D4-927B-DCAB8F6477D3}">
      <dgm:prSet/>
      <dgm:spPr/>
      <dgm:t>
        <a:bodyPr/>
        <a:lstStyle/>
        <a:p>
          <a:endParaRPr lang="en-US"/>
        </a:p>
      </dgm:t>
    </dgm:pt>
    <dgm:pt modelId="{BC34B9A8-4F02-4065-B34B-11DAF09C2F32}" type="pres">
      <dgm:prSet presAssocID="{90C52A6A-E96F-4BC8-BFB8-B2C374C0993D}" presName="linearFlow" presStyleCnt="0">
        <dgm:presLayoutVars>
          <dgm:dir/>
          <dgm:animLvl val="lvl"/>
          <dgm:resizeHandles val="exact"/>
        </dgm:presLayoutVars>
      </dgm:prSet>
      <dgm:spPr/>
    </dgm:pt>
    <dgm:pt modelId="{B9936674-6345-4141-97AF-1A1347C51259}" type="pres">
      <dgm:prSet presAssocID="{DF9987EC-E5E1-4494-B03A-B933FD5D3231}" presName="composite" presStyleCnt="0"/>
      <dgm:spPr/>
    </dgm:pt>
    <dgm:pt modelId="{374D82B0-38D3-4669-8F40-5AE3C5DE08D3}" type="pres">
      <dgm:prSet presAssocID="{DF9987EC-E5E1-4494-B03A-B933FD5D323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D826A4D-A09E-4C87-8CFD-972366B4B028}" type="pres">
      <dgm:prSet presAssocID="{DF9987EC-E5E1-4494-B03A-B933FD5D3231}" presName="parSh" presStyleLbl="node1" presStyleIdx="0" presStyleCnt="3"/>
      <dgm:spPr/>
    </dgm:pt>
    <dgm:pt modelId="{F344A051-93D2-4401-859D-55B70C5DD51E}" type="pres">
      <dgm:prSet presAssocID="{DF9987EC-E5E1-4494-B03A-B933FD5D3231}" presName="desTx" presStyleLbl="fgAcc1" presStyleIdx="0" presStyleCnt="3">
        <dgm:presLayoutVars>
          <dgm:bulletEnabled val="1"/>
        </dgm:presLayoutVars>
      </dgm:prSet>
      <dgm:spPr/>
    </dgm:pt>
    <dgm:pt modelId="{58C92E19-96F9-4379-B55B-382D9A0D78B3}" type="pres">
      <dgm:prSet presAssocID="{6CA4ED8B-A8AD-4EE7-8FCD-3221BB75E784}" presName="sibTrans" presStyleLbl="sibTrans2D1" presStyleIdx="0" presStyleCnt="2"/>
      <dgm:spPr/>
    </dgm:pt>
    <dgm:pt modelId="{BC012F0D-DC76-4C5B-B3A0-CEDD36BB4D8F}" type="pres">
      <dgm:prSet presAssocID="{6CA4ED8B-A8AD-4EE7-8FCD-3221BB75E784}" presName="connTx" presStyleLbl="sibTrans2D1" presStyleIdx="0" presStyleCnt="2"/>
      <dgm:spPr/>
    </dgm:pt>
    <dgm:pt modelId="{FF5C08AC-D988-4383-8648-5066380BB9AE}" type="pres">
      <dgm:prSet presAssocID="{1D61A7A5-8A98-487C-8BF5-D7CA27EDAF0A}" presName="composite" presStyleCnt="0"/>
      <dgm:spPr/>
    </dgm:pt>
    <dgm:pt modelId="{1DC141B4-ABF8-416E-AE17-EFAA4720EA47}" type="pres">
      <dgm:prSet presAssocID="{1D61A7A5-8A98-487C-8BF5-D7CA27EDAF0A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51F68B2-019B-4843-9182-FE1B98C8D16E}" type="pres">
      <dgm:prSet presAssocID="{1D61A7A5-8A98-487C-8BF5-D7CA27EDAF0A}" presName="parSh" presStyleLbl="node1" presStyleIdx="1" presStyleCnt="3"/>
      <dgm:spPr/>
    </dgm:pt>
    <dgm:pt modelId="{327797F4-4268-4B79-8906-7B8600A4990E}" type="pres">
      <dgm:prSet presAssocID="{1D61A7A5-8A98-487C-8BF5-D7CA27EDAF0A}" presName="desTx" presStyleLbl="fgAcc1" presStyleIdx="1" presStyleCnt="3">
        <dgm:presLayoutVars>
          <dgm:bulletEnabled val="1"/>
        </dgm:presLayoutVars>
      </dgm:prSet>
      <dgm:spPr/>
    </dgm:pt>
    <dgm:pt modelId="{823268F3-6954-4E5D-9CCC-20F4BA7E9FA7}" type="pres">
      <dgm:prSet presAssocID="{8A8F7148-27B9-4D8F-8C0E-7FDEC0F49D85}" presName="sibTrans" presStyleLbl="sibTrans2D1" presStyleIdx="1" presStyleCnt="2"/>
      <dgm:spPr/>
    </dgm:pt>
    <dgm:pt modelId="{FFE21C2D-DF0A-4F8F-A395-198EDDC7B65E}" type="pres">
      <dgm:prSet presAssocID="{8A8F7148-27B9-4D8F-8C0E-7FDEC0F49D85}" presName="connTx" presStyleLbl="sibTrans2D1" presStyleIdx="1" presStyleCnt="2"/>
      <dgm:spPr/>
    </dgm:pt>
    <dgm:pt modelId="{50ACF6D3-77BE-4562-B19E-9A2AC3851A0A}" type="pres">
      <dgm:prSet presAssocID="{92C7B035-C39D-464D-B509-6F2690BEEA9D}" presName="composite" presStyleCnt="0"/>
      <dgm:spPr/>
    </dgm:pt>
    <dgm:pt modelId="{14D875E4-8B7F-454A-8CCE-A92D4EAC6590}" type="pres">
      <dgm:prSet presAssocID="{92C7B035-C39D-464D-B509-6F2690BEEA9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4859298-014C-49D7-B60C-DC494820B6C0}" type="pres">
      <dgm:prSet presAssocID="{92C7B035-C39D-464D-B509-6F2690BEEA9D}" presName="parSh" presStyleLbl="node1" presStyleIdx="2" presStyleCnt="3"/>
      <dgm:spPr/>
    </dgm:pt>
    <dgm:pt modelId="{5654F072-3F4D-4DAB-8007-7477A3EF7149}" type="pres">
      <dgm:prSet presAssocID="{92C7B035-C39D-464D-B509-6F2690BEEA9D}" presName="desTx" presStyleLbl="fgAcc1" presStyleIdx="2" presStyleCnt="3">
        <dgm:presLayoutVars>
          <dgm:bulletEnabled val="1"/>
        </dgm:presLayoutVars>
      </dgm:prSet>
      <dgm:spPr/>
    </dgm:pt>
  </dgm:ptLst>
  <dgm:cxnLst>
    <dgm:cxn modelId="{325CC705-A369-44EF-8036-8325DF2095FD}" type="presOf" srcId="{6CA4ED8B-A8AD-4EE7-8FCD-3221BB75E784}" destId="{58C92E19-96F9-4379-B55B-382D9A0D78B3}" srcOrd="0" destOrd="0" presId="urn:microsoft.com/office/officeart/2005/8/layout/process3"/>
    <dgm:cxn modelId="{BF6CCE0A-43FA-4036-90B8-87587BF72B54}" type="presOf" srcId="{31F4C7DB-29BA-48E7-8C96-F3B03EC84081}" destId="{5654F072-3F4D-4DAB-8007-7477A3EF7149}" srcOrd="0" destOrd="1" presId="urn:microsoft.com/office/officeart/2005/8/layout/process3"/>
    <dgm:cxn modelId="{3FC7FB0B-238F-4F6A-ADB7-C5B835F99002}" srcId="{DF9987EC-E5E1-4494-B03A-B933FD5D3231}" destId="{EAAE0366-0F87-49DE-9AD8-C3F1D403B67D}" srcOrd="0" destOrd="0" parTransId="{231E9408-A6AB-42B2-872F-1331C7AB49E8}" sibTransId="{5E97C6BA-F79B-46FA-B6A3-DEBF44FCD48E}"/>
    <dgm:cxn modelId="{6AEABD13-D6CD-4082-80FB-F810472DD774}" srcId="{90C52A6A-E96F-4BC8-BFB8-B2C374C0993D}" destId="{92C7B035-C39D-464D-B509-6F2690BEEA9D}" srcOrd="2" destOrd="0" parTransId="{7C9B958F-7415-42DC-BE2B-C56879DA3C1C}" sibTransId="{2478C4B8-130B-460E-A805-DC835076F8E4}"/>
    <dgm:cxn modelId="{EDF58820-DB7F-42B8-86E7-4A49AB7D31A6}" srcId="{DF9987EC-E5E1-4494-B03A-B933FD5D3231}" destId="{4E9E105A-0F54-4036-91B3-9AB03FE29A12}" srcOrd="2" destOrd="0" parTransId="{2733F962-9920-45AF-908C-87225AC96EF3}" sibTransId="{BCA4164C-53C6-47AE-9DB0-BA5B52FCD42B}"/>
    <dgm:cxn modelId="{E053502D-E440-4671-9564-79FA58FF331B}" type="presOf" srcId="{DF9987EC-E5E1-4494-B03A-B933FD5D3231}" destId="{374D82B0-38D3-4669-8F40-5AE3C5DE08D3}" srcOrd="0" destOrd="0" presId="urn:microsoft.com/office/officeart/2005/8/layout/process3"/>
    <dgm:cxn modelId="{19EDD130-7819-43D9-B24D-83350A8DD8A7}" type="presOf" srcId="{3630FCC9-E81A-463F-ACBF-CDB8BEE5D4B3}" destId="{327797F4-4268-4B79-8906-7B8600A4990E}" srcOrd="0" destOrd="3" presId="urn:microsoft.com/office/officeart/2005/8/layout/process3"/>
    <dgm:cxn modelId="{DE14655C-F365-498E-B65C-F27D147E9A0F}" srcId="{1D61A7A5-8A98-487C-8BF5-D7CA27EDAF0A}" destId="{3630FCC9-E81A-463F-ACBF-CDB8BEE5D4B3}" srcOrd="3" destOrd="0" parTransId="{FB2CD0D0-8409-4F43-BD48-0478E4F6A297}" sibTransId="{DE0A01FA-A4CB-4C45-A4D0-BEC90DE12A3C}"/>
    <dgm:cxn modelId="{FA131E66-9461-4EBC-8A61-2FC79EBE6A94}" srcId="{92C7B035-C39D-464D-B509-6F2690BEEA9D}" destId="{E40E63BD-B6C4-400A-BFF8-0A66BE091BD3}" srcOrd="0" destOrd="0" parTransId="{7414C867-E8BC-424C-BE64-20E2B13065C5}" sibTransId="{0C6C93C0-B9A1-4D42-996B-7F53FC7FC56F}"/>
    <dgm:cxn modelId="{E52C2549-5919-40B0-8A80-905E2B02CEE6}" type="presOf" srcId="{90C52A6A-E96F-4BC8-BFB8-B2C374C0993D}" destId="{BC34B9A8-4F02-4065-B34B-11DAF09C2F32}" srcOrd="0" destOrd="0" presId="urn:microsoft.com/office/officeart/2005/8/layout/process3"/>
    <dgm:cxn modelId="{73C28A73-9D7D-4DB7-AC80-69A32C889A2C}" type="presOf" srcId="{4E9E105A-0F54-4036-91B3-9AB03FE29A12}" destId="{F344A051-93D2-4401-859D-55B70C5DD51E}" srcOrd="0" destOrd="2" presId="urn:microsoft.com/office/officeart/2005/8/layout/process3"/>
    <dgm:cxn modelId="{3727B778-F54A-413A-A887-98F0DFE38AF2}" srcId="{DF9987EC-E5E1-4494-B03A-B933FD5D3231}" destId="{97BA9649-5D53-4DBD-AF57-437C2D0B89BD}" srcOrd="1" destOrd="0" parTransId="{E82B1A07-EE52-4D2E-B630-50780503BFF8}" sibTransId="{4B312BD1-BE84-4CBE-8FFE-A83BF7C83E27}"/>
    <dgm:cxn modelId="{B7489B79-74B6-4071-B329-0E8122319181}" type="presOf" srcId="{1D61A7A5-8A98-487C-8BF5-D7CA27EDAF0A}" destId="{851F68B2-019B-4843-9182-FE1B98C8D16E}" srcOrd="1" destOrd="0" presId="urn:microsoft.com/office/officeart/2005/8/layout/process3"/>
    <dgm:cxn modelId="{5DAE2D83-7D16-47B0-8328-50F6ACA404D9}" type="presOf" srcId="{DF9987EC-E5E1-4494-B03A-B933FD5D3231}" destId="{ED826A4D-A09E-4C87-8CFD-972366B4B028}" srcOrd="1" destOrd="0" presId="urn:microsoft.com/office/officeart/2005/8/layout/process3"/>
    <dgm:cxn modelId="{435FBA87-150D-46D4-927B-DCAB8F6477D3}" srcId="{92C7B035-C39D-464D-B509-6F2690BEEA9D}" destId="{31F4C7DB-29BA-48E7-8C96-F3B03EC84081}" srcOrd="1" destOrd="0" parTransId="{0B6B0002-AAD9-475D-AEC1-F797FB86687E}" sibTransId="{1A6B2A0F-45C1-425E-8D24-16A2AAA76E9C}"/>
    <dgm:cxn modelId="{8FB7BB8F-EE96-43F7-A849-4BF91A02C2E2}" type="presOf" srcId="{E40E63BD-B6C4-400A-BFF8-0A66BE091BD3}" destId="{5654F072-3F4D-4DAB-8007-7477A3EF7149}" srcOrd="0" destOrd="0" presId="urn:microsoft.com/office/officeart/2005/8/layout/process3"/>
    <dgm:cxn modelId="{1048BB92-D60E-4688-B19A-860228AC0898}" srcId="{1D61A7A5-8A98-487C-8BF5-D7CA27EDAF0A}" destId="{0443F944-2A34-4795-865D-05C93F3EE04D}" srcOrd="0" destOrd="0" parTransId="{C50368D2-024A-4936-A264-E4F2E5F5ECCD}" sibTransId="{74565AC3-FC5A-456D-BC85-466C57279A3D}"/>
    <dgm:cxn modelId="{ACBE5795-C715-49EB-A0C6-10C43BE681C8}" type="presOf" srcId="{1D61A7A5-8A98-487C-8BF5-D7CA27EDAF0A}" destId="{1DC141B4-ABF8-416E-AE17-EFAA4720EA47}" srcOrd="0" destOrd="0" presId="urn:microsoft.com/office/officeart/2005/8/layout/process3"/>
    <dgm:cxn modelId="{586B469D-8B4B-40DA-A19C-8DEE12EA5579}" srcId="{1D61A7A5-8A98-487C-8BF5-D7CA27EDAF0A}" destId="{5B2EE848-3672-4F5C-80E7-E18C8B2073F2}" srcOrd="2" destOrd="0" parTransId="{A7439D8F-01E1-4836-9030-F804BA49F015}" sibTransId="{E9D065BC-43B7-4AC4-B611-6475762FB1C0}"/>
    <dgm:cxn modelId="{E2789F9E-667F-4962-8655-38DD2EEBB64D}" type="presOf" srcId="{8A8F7148-27B9-4D8F-8C0E-7FDEC0F49D85}" destId="{FFE21C2D-DF0A-4F8F-A395-198EDDC7B65E}" srcOrd="1" destOrd="0" presId="urn:microsoft.com/office/officeart/2005/8/layout/process3"/>
    <dgm:cxn modelId="{FA4474A3-2125-4A37-B74C-5664CC31EE83}" srcId="{90C52A6A-E96F-4BC8-BFB8-B2C374C0993D}" destId="{1D61A7A5-8A98-487C-8BF5-D7CA27EDAF0A}" srcOrd="1" destOrd="0" parTransId="{B02CC352-783B-4CB1-BBC5-1D8A73BE4992}" sibTransId="{8A8F7148-27B9-4D8F-8C0E-7FDEC0F49D85}"/>
    <dgm:cxn modelId="{AA5202B2-6C12-411E-B129-F4923495907A}" type="presOf" srcId="{EAAE0366-0F87-49DE-9AD8-C3F1D403B67D}" destId="{F344A051-93D2-4401-859D-55B70C5DD51E}" srcOrd="0" destOrd="0" presId="urn:microsoft.com/office/officeart/2005/8/layout/process3"/>
    <dgm:cxn modelId="{7A266DB2-6F12-47E2-8CBB-26B3C1E90AC7}" type="presOf" srcId="{3BB09596-844E-441D-8047-D10978E195F8}" destId="{327797F4-4268-4B79-8906-7B8600A4990E}" srcOrd="0" destOrd="4" presId="urn:microsoft.com/office/officeart/2005/8/layout/process3"/>
    <dgm:cxn modelId="{AAA720B3-CACD-4B65-BD64-441FA9C92C45}" type="presOf" srcId="{92C7B035-C39D-464D-B509-6F2690BEEA9D}" destId="{B4859298-014C-49D7-B60C-DC494820B6C0}" srcOrd="1" destOrd="0" presId="urn:microsoft.com/office/officeart/2005/8/layout/process3"/>
    <dgm:cxn modelId="{CD50C7BA-FB39-4FB8-9B90-46311CCC3589}" type="presOf" srcId="{92C7B035-C39D-464D-B509-6F2690BEEA9D}" destId="{14D875E4-8B7F-454A-8CCE-A92D4EAC6590}" srcOrd="0" destOrd="0" presId="urn:microsoft.com/office/officeart/2005/8/layout/process3"/>
    <dgm:cxn modelId="{47C7AABF-A381-41C3-999E-C56CF705FA1D}" type="presOf" srcId="{8A8F7148-27B9-4D8F-8C0E-7FDEC0F49D85}" destId="{823268F3-6954-4E5D-9CCC-20F4BA7E9FA7}" srcOrd="0" destOrd="0" presId="urn:microsoft.com/office/officeart/2005/8/layout/process3"/>
    <dgm:cxn modelId="{D8360EC1-204E-4D3F-A1E0-9C9793B3ADC9}" srcId="{1D61A7A5-8A98-487C-8BF5-D7CA27EDAF0A}" destId="{3BB09596-844E-441D-8047-D10978E195F8}" srcOrd="4" destOrd="0" parTransId="{1B13BBF0-8CDB-4A95-954C-1DD1EC35F1A6}" sibTransId="{32A00F5C-E007-4D74-8E5B-00821B45C62C}"/>
    <dgm:cxn modelId="{C1839BC6-C2B9-4545-A2C7-70542760BA30}" type="presOf" srcId="{97BA9649-5D53-4DBD-AF57-437C2D0B89BD}" destId="{F344A051-93D2-4401-859D-55B70C5DD51E}" srcOrd="0" destOrd="1" presId="urn:microsoft.com/office/officeart/2005/8/layout/process3"/>
    <dgm:cxn modelId="{AEA23FD0-EEC2-46E7-82EF-232AA3A5EC05}" srcId="{1D61A7A5-8A98-487C-8BF5-D7CA27EDAF0A}" destId="{07FFEF61-2761-467E-BFC6-9B70A36C97F6}" srcOrd="1" destOrd="0" parTransId="{810DD369-1F7F-42FE-AA25-1FC3415357EC}" sibTransId="{B4630362-8088-4070-A7E8-F0E0BE5D8E1A}"/>
    <dgm:cxn modelId="{821218D4-25BE-4F78-9D26-AA7D0AACB283}" type="presOf" srcId="{6CA4ED8B-A8AD-4EE7-8FCD-3221BB75E784}" destId="{BC012F0D-DC76-4C5B-B3A0-CEDD36BB4D8F}" srcOrd="1" destOrd="0" presId="urn:microsoft.com/office/officeart/2005/8/layout/process3"/>
    <dgm:cxn modelId="{A00CC4D4-F13F-4AC7-A559-2F3A8956AAD3}" type="presOf" srcId="{0443F944-2A34-4795-865D-05C93F3EE04D}" destId="{327797F4-4268-4B79-8906-7B8600A4990E}" srcOrd="0" destOrd="0" presId="urn:microsoft.com/office/officeart/2005/8/layout/process3"/>
    <dgm:cxn modelId="{3AB4A4DB-9B3B-46AA-8C6A-FC0B3DB4AB56}" type="presOf" srcId="{5B2EE848-3672-4F5C-80E7-E18C8B2073F2}" destId="{327797F4-4268-4B79-8906-7B8600A4990E}" srcOrd="0" destOrd="2" presId="urn:microsoft.com/office/officeart/2005/8/layout/process3"/>
    <dgm:cxn modelId="{A5275DDD-4F34-4B24-B83B-9CE58A8235D5}" type="presOf" srcId="{07FFEF61-2761-467E-BFC6-9B70A36C97F6}" destId="{327797F4-4268-4B79-8906-7B8600A4990E}" srcOrd="0" destOrd="1" presId="urn:microsoft.com/office/officeart/2005/8/layout/process3"/>
    <dgm:cxn modelId="{82FDE1E3-A2B8-4D67-91F0-721379F612BE}" srcId="{90C52A6A-E96F-4BC8-BFB8-B2C374C0993D}" destId="{DF9987EC-E5E1-4494-B03A-B933FD5D3231}" srcOrd="0" destOrd="0" parTransId="{9D0124A6-63DC-4026-9EBA-F168F4AB99EC}" sibTransId="{6CA4ED8B-A8AD-4EE7-8FCD-3221BB75E784}"/>
    <dgm:cxn modelId="{72259E7F-CBDF-4D31-BA20-7B9A5BA43ABE}" type="presParOf" srcId="{BC34B9A8-4F02-4065-B34B-11DAF09C2F32}" destId="{B9936674-6345-4141-97AF-1A1347C51259}" srcOrd="0" destOrd="0" presId="urn:microsoft.com/office/officeart/2005/8/layout/process3"/>
    <dgm:cxn modelId="{D964B441-621B-4B9A-B482-5EA221600782}" type="presParOf" srcId="{B9936674-6345-4141-97AF-1A1347C51259}" destId="{374D82B0-38D3-4669-8F40-5AE3C5DE08D3}" srcOrd="0" destOrd="0" presId="urn:microsoft.com/office/officeart/2005/8/layout/process3"/>
    <dgm:cxn modelId="{9E939E99-BFF6-4493-9A2D-C7BA02671DAB}" type="presParOf" srcId="{B9936674-6345-4141-97AF-1A1347C51259}" destId="{ED826A4D-A09E-4C87-8CFD-972366B4B028}" srcOrd="1" destOrd="0" presId="urn:microsoft.com/office/officeart/2005/8/layout/process3"/>
    <dgm:cxn modelId="{51314CA6-43DE-4AD7-9111-374EA81D314A}" type="presParOf" srcId="{B9936674-6345-4141-97AF-1A1347C51259}" destId="{F344A051-93D2-4401-859D-55B70C5DD51E}" srcOrd="2" destOrd="0" presId="urn:microsoft.com/office/officeart/2005/8/layout/process3"/>
    <dgm:cxn modelId="{30A1A6F8-4919-443C-A753-9B5A12AD55BA}" type="presParOf" srcId="{BC34B9A8-4F02-4065-B34B-11DAF09C2F32}" destId="{58C92E19-96F9-4379-B55B-382D9A0D78B3}" srcOrd="1" destOrd="0" presId="urn:microsoft.com/office/officeart/2005/8/layout/process3"/>
    <dgm:cxn modelId="{38F79C0B-FE85-4B19-A4FE-B7B14AF7C34F}" type="presParOf" srcId="{58C92E19-96F9-4379-B55B-382D9A0D78B3}" destId="{BC012F0D-DC76-4C5B-B3A0-CEDD36BB4D8F}" srcOrd="0" destOrd="0" presId="urn:microsoft.com/office/officeart/2005/8/layout/process3"/>
    <dgm:cxn modelId="{102D7EEA-4C8F-4A4F-AD47-2A6237DEED28}" type="presParOf" srcId="{BC34B9A8-4F02-4065-B34B-11DAF09C2F32}" destId="{FF5C08AC-D988-4383-8648-5066380BB9AE}" srcOrd="2" destOrd="0" presId="urn:microsoft.com/office/officeart/2005/8/layout/process3"/>
    <dgm:cxn modelId="{41400036-A7E9-4BB1-B7E1-049E990050E8}" type="presParOf" srcId="{FF5C08AC-D988-4383-8648-5066380BB9AE}" destId="{1DC141B4-ABF8-416E-AE17-EFAA4720EA47}" srcOrd="0" destOrd="0" presId="urn:microsoft.com/office/officeart/2005/8/layout/process3"/>
    <dgm:cxn modelId="{50FFAE0A-DFBC-4DC0-8537-A079C72FC41A}" type="presParOf" srcId="{FF5C08AC-D988-4383-8648-5066380BB9AE}" destId="{851F68B2-019B-4843-9182-FE1B98C8D16E}" srcOrd="1" destOrd="0" presId="urn:microsoft.com/office/officeart/2005/8/layout/process3"/>
    <dgm:cxn modelId="{E5774AD4-1987-474B-8B43-8CF3FC10BA48}" type="presParOf" srcId="{FF5C08AC-D988-4383-8648-5066380BB9AE}" destId="{327797F4-4268-4B79-8906-7B8600A4990E}" srcOrd="2" destOrd="0" presId="urn:microsoft.com/office/officeart/2005/8/layout/process3"/>
    <dgm:cxn modelId="{F9893B31-B3FC-4E50-A71F-C111441152D0}" type="presParOf" srcId="{BC34B9A8-4F02-4065-B34B-11DAF09C2F32}" destId="{823268F3-6954-4E5D-9CCC-20F4BA7E9FA7}" srcOrd="3" destOrd="0" presId="urn:microsoft.com/office/officeart/2005/8/layout/process3"/>
    <dgm:cxn modelId="{29F13024-3010-4094-B858-0B4F5B77347B}" type="presParOf" srcId="{823268F3-6954-4E5D-9CCC-20F4BA7E9FA7}" destId="{FFE21C2D-DF0A-4F8F-A395-198EDDC7B65E}" srcOrd="0" destOrd="0" presId="urn:microsoft.com/office/officeart/2005/8/layout/process3"/>
    <dgm:cxn modelId="{F22A9725-B037-40A3-9203-EA9FE704A41A}" type="presParOf" srcId="{BC34B9A8-4F02-4065-B34B-11DAF09C2F32}" destId="{50ACF6D3-77BE-4562-B19E-9A2AC3851A0A}" srcOrd="4" destOrd="0" presId="urn:microsoft.com/office/officeart/2005/8/layout/process3"/>
    <dgm:cxn modelId="{DC8A292D-D3E7-47DE-8EB0-2A53213B74E1}" type="presParOf" srcId="{50ACF6D3-77BE-4562-B19E-9A2AC3851A0A}" destId="{14D875E4-8B7F-454A-8CCE-A92D4EAC6590}" srcOrd="0" destOrd="0" presId="urn:microsoft.com/office/officeart/2005/8/layout/process3"/>
    <dgm:cxn modelId="{5817E424-483F-4C7C-B2EC-ED580BC02B0E}" type="presParOf" srcId="{50ACF6D3-77BE-4562-B19E-9A2AC3851A0A}" destId="{B4859298-014C-49D7-B60C-DC494820B6C0}" srcOrd="1" destOrd="0" presId="urn:microsoft.com/office/officeart/2005/8/layout/process3"/>
    <dgm:cxn modelId="{188661E7-455B-416E-9DC9-56A9C7B9382F}" type="presParOf" srcId="{50ACF6D3-77BE-4562-B19E-9A2AC3851A0A}" destId="{5654F072-3F4D-4DAB-8007-7477A3EF714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26A4D-A09E-4C87-8CFD-972366B4B028}">
      <dsp:nvSpPr>
        <dsp:cNvPr id="0" name=""/>
        <dsp:cNvSpPr/>
      </dsp:nvSpPr>
      <dsp:spPr>
        <a:xfrm>
          <a:off x="5002" y="431269"/>
          <a:ext cx="2274632" cy="1221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MPRA Dataset</a:t>
          </a:r>
        </a:p>
      </dsp:txBody>
      <dsp:txXfrm>
        <a:off x="5002" y="431269"/>
        <a:ext cx="2274632" cy="814523"/>
      </dsp:txXfrm>
    </dsp:sp>
    <dsp:sp modelId="{F344A051-93D2-4401-859D-55B70C5DD51E}">
      <dsp:nvSpPr>
        <dsp:cNvPr id="0" name=""/>
        <dsp:cNvSpPr/>
      </dsp:nvSpPr>
      <dsp:spPr>
        <a:xfrm>
          <a:off x="470891" y="1245793"/>
          <a:ext cx="2274632" cy="20837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 err="1"/>
            <a:t>ProxReg</a:t>
          </a:r>
          <a:endParaRPr lang="en-US" sz="2100" b="1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Ryan </a:t>
          </a:r>
          <a:r>
            <a:rPr lang="en-US" sz="2100" b="1" i="0" kern="1200" dirty="0" err="1"/>
            <a:t>Tewhey</a:t>
          </a:r>
          <a:r>
            <a:rPr lang="en-US" sz="2100" b="1" kern="1200" dirty="0"/>
            <a:t>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80k </a:t>
          </a:r>
        </a:p>
      </dsp:txBody>
      <dsp:txXfrm>
        <a:off x="531921" y="1306823"/>
        <a:ext cx="2152572" cy="1961665"/>
      </dsp:txXfrm>
    </dsp:sp>
    <dsp:sp modelId="{58C92E19-96F9-4379-B55B-382D9A0D78B3}">
      <dsp:nvSpPr>
        <dsp:cNvPr id="0" name=""/>
        <dsp:cNvSpPr/>
      </dsp:nvSpPr>
      <dsp:spPr>
        <a:xfrm>
          <a:off x="2624461" y="555372"/>
          <a:ext cx="731031" cy="5663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624461" y="668635"/>
        <a:ext cx="561136" cy="339791"/>
      </dsp:txXfrm>
    </dsp:sp>
    <dsp:sp modelId="{851F68B2-019B-4843-9182-FE1B98C8D16E}">
      <dsp:nvSpPr>
        <dsp:cNvPr id="0" name=""/>
        <dsp:cNvSpPr/>
      </dsp:nvSpPr>
      <dsp:spPr>
        <a:xfrm>
          <a:off x="3658939" y="431269"/>
          <a:ext cx="2274632" cy="1221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Pre-Trained Models</a:t>
          </a:r>
        </a:p>
      </dsp:txBody>
      <dsp:txXfrm>
        <a:off x="3658939" y="431269"/>
        <a:ext cx="2274632" cy="814523"/>
      </dsp:txXfrm>
    </dsp:sp>
    <dsp:sp modelId="{327797F4-4268-4B79-8906-7B8600A4990E}">
      <dsp:nvSpPr>
        <dsp:cNvPr id="0" name=""/>
        <dsp:cNvSpPr/>
      </dsp:nvSpPr>
      <dsp:spPr>
        <a:xfrm>
          <a:off x="4124828" y="1245793"/>
          <a:ext cx="2274632" cy="20837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 err="1"/>
            <a:t>Enformer</a:t>
          </a:r>
          <a:endParaRPr lang="en-US" sz="2100" b="1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 err="1"/>
            <a:t>AlphaGenome</a:t>
          </a:r>
          <a:endParaRPr lang="en-US" sz="2100" b="1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Borzoi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NT / DNABERT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…</a:t>
          </a:r>
        </a:p>
      </dsp:txBody>
      <dsp:txXfrm>
        <a:off x="4185858" y="1306823"/>
        <a:ext cx="2152572" cy="1961665"/>
      </dsp:txXfrm>
    </dsp:sp>
    <dsp:sp modelId="{823268F3-6954-4E5D-9CCC-20F4BA7E9FA7}">
      <dsp:nvSpPr>
        <dsp:cNvPr id="0" name=""/>
        <dsp:cNvSpPr/>
      </dsp:nvSpPr>
      <dsp:spPr>
        <a:xfrm>
          <a:off x="6278398" y="555372"/>
          <a:ext cx="731031" cy="5663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278398" y="668635"/>
        <a:ext cx="561136" cy="339791"/>
      </dsp:txXfrm>
    </dsp:sp>
    <dsp:sp modelId="{B4859298-014C-49D7-B60C-DC494820B6C0}">
      <dsp:nvSpPr>
        <dsp:cNvPr id="0" name=""/>
        <dsp:cNvSpPr/>
      </dsp:nvSpPr>
      <dsp:spPr>
        <a:xfrm>
          <a:off x="7312876" y="431269"/>
          <a:ext cx="2274632" cy="1221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Activity &amp; Benchmark</a:t>
          </a:r>
        </a:p>
      </dsp:txBody>
      <dsp:txXfrm>
        <a:off x="7312876" y="431269"/>
        <a:ext cx="2274632" cy="814523"/>
      </dsp:txXfrm>
    </dsp:sp>
    <dsp:sp modelId="{5654F072-3F4D-4DAB-8007-7477A3EF7149}">
      <dsp:nvSpPr>
        <dsp:cNvPr id="0" name=""/>
        <dsp:cNvSpPr/>
      </dsp:nvSpPr>
      <dsp:spPr>
        <a:xfrm>
          <a:off x="7778764" y="1245793"/>
          <a:ext cx="2274632" cy="20837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REF vs ALT </a:t>
          </a:r>
          <a:r>
            <a:rPr lang="el-GR" sz="2100" b="1" i="0" kern="1200" dirty="0"/>
            <a:t>Δ</a:t>
          </a:r>
          <a:endParaRPr lang="en-US" sz="2100" b="1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Translation Activity - Prediction </a:t>
          </a:r>
        </a:p>
      </dsp:txBody>
      <dsp:txXfrm>
        <a:off x="7839794" y="1306823"/>
        <a:ext cx="2152572" cy="19616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9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1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4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2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4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2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9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4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3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8/14/2025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30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FA838A-0E6E-4C88-AD16-9F85F559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76151C-B860-4795-BFFE-F03EA5ED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A6CDA-1F80-461D-8F38-7CB12914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DB1976-3A6B-4C16-97AC-67C792186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A8B170-F785-4124-87F7-3572171A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9AF682-A8D7-4472-A839-942C27784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C796E0-2433-4EC2-BC73-AE164D10E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0062F3-843F-4526-900A-D2E208793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B46FC-1F32-4277-859B-CA43B63EC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8221B7-2F05-4B1C-86FD-19584DC95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AF832F-AB88-42C7-B2F7-4BF3659A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BC4C10-0437-44D7-9B16-5D65CBDE5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635B49-FBB3-46C2-9DF8-CF0075EE3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C6703F5-894D-4289-97F5-E57DD40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005768-6A84-42F3-B812-F73EFC6A3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764DCF-F546-4CF1-AD5D-48FC34631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4A8437-E10D-4D18-8C3F-DA4A6CF4F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6393C-72E3-4119-8F85-2BE2F3335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CE950CD-0BA2-4E8E-8A28-238F5A128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4E765B-48B0-4E85-8F07-5A919C71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B66722-3EF0-4F8A-9DC8-78E0707C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F9B387-70F9-4CAC-A228-6CE60EC3F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7FA5C8-229C-44FF-B402-6F923E45C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BC897A-E45F-4C79-AF98-0822C279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AB8DD1-BC74-473C-A3BD-D8FB548B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7BBCDF-045D-48C1-A45C-BEEB892B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3A2613-A9FC-4330-8BF0-AF8AA2A2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06C82F6-F384-4FF8-8C8D-E2E8C4F3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1AD9FE-6990-40AF-BA95-B0CB398A4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32048C-7FE5-4B3D-9FC0-C544A1217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1D93C9-C94C-4F4C-97DA-01D1AF5E9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596736-466A-49D2-9B3C-FC567257C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3D6D8E-15D0-79F3-57B4-37D59841E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3439314"/>
            <a:ext cx="10809844" cy="160802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Benchmarking DNA Sequence–Based Models Against Massively Parallel Reporter Assays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3FE9-C355-31CA-99E6-C19F115F7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744" y="5067957"/>
            <a:ext cx="4414178" cy="1075444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Paper Kickoff Meeting</a:t>
            </a:r>
          </a:p>
          <a:p>
            <a:pPr algn="r"/>
            <a:r>
              <a:rPr lang="en-US" dirty="0"/>
              <a:t>14-08-25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B82D5-4C10-78A8-2242-C405A9218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7" b="59055"/>
          <a:stretch>
            <a:fillRect/>
          </a:stretch>
        </p:blipFill>
        <p:spPr>
          <a:xfrm>
            <a:off x="-6214" y="10"/>
            <a:ext cx="12214825" cy="3267587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DB537E44-9142-4F0D-A29D-C140978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36820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09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33C45-4D1F-D792-E8D8-8352051C6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-702576"/>
            <a:ext cx="4963444" cy="2790357"/>
          </a:xfrm>
        </p:spPr>
        <p:txBody>
          <a:bodyPr>
            <a:normAutofit/>
          </a:bodyPr>
          <a:lstStyle/>
          <a:p>
            <a:r>
              <a:rPr lang="en-US" sz="5400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D2B-A4B0-4652-5E17-530A1DD6B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170792"/>
            <a:ext cx="4963444" cy="27903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Systematic Benchmark of top DNA-Sequence-Based Models</a:t>
            </a:r>
          </a:p>
          <a:p>
            <a:pPr lvl="1"/>
            <a:r>
              <a:rPr lang="en-US" dirty="0" err="1"/>
              <a:t>Enformer</a:t>
            </a:r>
            <a:endParaRPr lang="en-US" dirty="0"/>
          </a:p>
          <a:p>
            <a:pPr lvl="1"/>
            <a:r>
              <a:rPr lang="en-US" dirty="0" err="1"/>
              <a:t>AlphaGenome</a:t>
            </a:r>
            <a:endParaRPr lang="en-US" dirty="0"/>
          </a:p>
          <a:p>
            <a:pPr lvl="1"/>
            <a:r>
              <a:rPr lang="en-US" dirty="0"/>
              <a:t>Basenji2</a:t>
            </a:r>
          </a:p>
          <a:p>
            <a:pPr lvl="1"/>
            <a:r>
              <a:rPr lang="en-US" dirty="0" err="1"/>
              <a:t>Brozoi</a:t>
            </a:r>
            <a:endParaRPr lang="en-US" dirty="0"/>
          </a:p>
          <a:p>
            <a:r>
              <a:rPr lang="en-US" dirty="0"/>
              <a:t>Compare predicted allele-specific activity changes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995475-3F70-21DA-82F0-5E5DA1FBD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-1"/>
            <a:ext cx="4900298" cy="2087782"/>
          </a:xfrm>
        </p:spPr>
        <p:txBody>
          <a:bodyPr>
            <a:normAutofit/>
          </a:bodyPr>
          <a:lstStyle/>
          <a:p>
            <a:r>
              <a:rPr lang="de-DE" sz="5400" dirty="0"/>
              <a:t>Datasets</a:t>
            </a:r>
            <a:endParaRPr lang="en-US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766F74-AC66-8B2B-2100-412A4B615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170792"/>
            <a:ext cx="4900298" cy="2790357"/>
          </a:xfrm>
        </p:spPr>
        <p:txBody>
          <a:bodyPr>
            <a:normAutofit lnSpcReduction="10000"/>
          </a:bodyPr>
          <a:lstStyle/>
          <a:p>
            <a:r>
              <a:rPr lang="en-US" noProof="0" dirty="0" err="1"/>
              <a:t>ProxReg</a:t>
            </a:r>
            <a:endParaRPr lang="en-US" noProof="0" dirty="0"/>
          </a:p>
          <a:p>
            <a:pPr lvl="1"/>
            <a:r>
              <a:rPr lang="en-US" noProof="0" dirty="0"/>
              <a:t>3 Replicates per cell type</a:t>
            </a:r>
          </a:p>
          <a:p>
            <a:r>
              <a:rPr lang="de-DE" dirty="0"/>
              <a:t>80k </a:t>
            </a:r>
          </a:p>
          <a:p>
            <a:r>
              <a:rPr lang="de-DE" dirty="0"/>
              <a:t>Ryan </a:t>
            </a:r>
            <a:r>
              <a:rPr lang="de-DE" dirty="0" err="1"/>
              <a:t>Tewhey</a:t>
            </a:r>
            <a:r>
              <a:rPr lang="de-DE" dirty="0"/>
              <a:t>  Datasets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614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60D1-19EC-789F-053D-9A6DB0FA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EF54BC-036D-B74B-AB72-081C7EBD4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0449" y="2215214"/>
            <a:ext cx="4577608" cy="3274372"/>
          </a:xfrm>
        </p:spPr>
        <p:txBody>
          <a:bodyPr>
            <a:normAutofit/>
          </a:bodyPr>
          <a:lstStyle/>
          <a:p>
            <a:r>
              <a:rPr lang="en-US" dirty="0"/>
              <a:t>Catalogue MPRA libraries with metadata</a:t>
            </a:r>
          </a:p>
          <a:p>
            <a:pPr lvl="1"/>
            <a:r>
              <a:rPr lang="en-US" dirty="0"/>
              <a:t># Sequences, tissue / cell type, replicates</a:t>
            </a:r>
          </a:p>
          <a:p>
            <a:r>
              <a:rPr lang="en-US" dirty="0"/>
              <a:t>Decide on which Benchmark Models </a:t>
            </a:r>
          </a:p>
          <a:p>
            <a:r>
              <a:rPr lang="en-US" dirty="0"/>
              <a:t>Set up Models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CD6741-DC44-8260-EB03-6F6B3A335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1102" y="513767"/>
            <a:ext cx="5589820" cy="478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/>
              <a:t>How do we compare outputs ?</a:t>
            </a:r>
          </a:p>
          <a:p>
            <a:r>
              <a:rPr lang="en-US" dirty="0"/>
              <a:t>MPRA – RNA/DNA ratio</a:t>
            </a:r>
          </a:p>
          <a:p>
            <a:r>
              <a:rPr lang="en-US" dirty="0"/>
              <a:t>Model – Tracks </a:t>
            </a:r>
          </a:p>
          <a:p>
            <a:r>
              <a:rPr lang="en-US" dirty="0"/>
              <a:t>Unit Differences</a:t>
            </a:r>
          </a:p>
          <a:p>
            <a:pPr lvl="1"/>
            <a:r>
              <a:rPr lang="en-US" dirty="0"/>
              <a:t>log2FC or z-scores vs. probabilities, counts, scores</a:t>
            </a:r>
          </a:p>
          <a:p>
            <a:r>
              <a:rPr lang="en-US" dirty="0"/>
              <a:t>Multi-Output across positions</a:t>
            </a:r>
          </a:p>
          <a:p>
            <a:r>
              <a:rPr lang="en-US" dirty="0"/>
              <a:t>Base-resolution vs. element activity</a:t>
            </a:r>
          </a:p>
          <a:p>
            <a:r>
              <a:rPr lang="en-US" dirty="0"/>
              <a:t>MPRA oligos ∼150–300 bp vs. kb-scale genomic context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61BEC-3C6E-D805-8549-5A0733DA8C4A}"/>
              </a:ext>
            </a:extLst>
          </p:cNvPr>
          <p:cNvSpPr txBox="1"/>
          <p:nvPr/>
        </p:nvSpPr>
        <p:spPr>
          <a:xfrm>
            <a:off x="5847363" y="5143904"/>
            <a:ext cx="5259773" cy="120032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Map each library to matched tracks</a:t>
            </a:r>
          </a:p>
          <a:p>
            <a:pPr lvl="1"/>
            <a:r>
              <a:rPr lang="en-US" dirty="0"/>
              <a:t>Enhancer </a:t>
            </a:r>
            <a:r>
              <a:rPr lang="en-US" dirty="0">
                <a:sym typeface="Wingdings" panose="05000000000000000000" pitchFamily="2" charset="2"/>
              </a:rPr>
              <a:t> ATAC/</a:t>
            </a:r>
            <a:r>
              <a:rPr lang="en-US" dirty="0" err="1">
                <a:sym typeface="Wingdings" panose="05000000000000000000" pitchFamily="2" charset="2"/>
              </a:rPr>
              <a:t>Dnase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Promotor  CAGE</a:t>
            </a:r>
          </a:p>
          <a:p>
            <a:r>
              <a:rPr lang="en-US" dirty="0">
                <a:sym typeface="Wingdings" panose="05000000000000000000" pitchFamily="2" charset="2"/>
              </a:rPr>
              <a:t>Average sequence predictions across oligo span </a:t>
            </a:r>
          </a:p>
        </p:txBody>
      </p:sp>
    </p:spTree>
    <p:extLst>
      <p:ext uri="{BB962C8B-B14F-4D97-AF65-F5344CB8AC3E}">
        <p14:creationId xmlns:p14="http://schemas.microsoft.com/office/powerpoint/2010/main" val="19295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2A99-4ADE-8336-1572-34B5D59E7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Hypothesis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05E15-84D3-8564-3964-3B8020897F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What does “winning” mean ?</a:t>
            </a:r>
          </a:p>
          <a:p>
            <a:r>
              <a:rPr lang="en-US" dirty="0">
                <a:sym typeface="Wingdings" panose="05000000000000000000" pitchFamily="2" charset="2"/>
              </a:rPr>
              <a:t>Evaluation Design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Spearman, Pearson, Effect Size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E59984-78AB-943C-453E-3C342E2B49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Timeline ?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908BA155-0522-BF77-FFAD-C8D6C3E814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7606241"/>
              </p:ext>
            </p:extLst>
          </p:nvPr>
        </p:nvGraphicFramePr>
        <p:xfrm>
          <a:off x="1066800" y="34290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765335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176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Grandview</vt:lpstr>
      <vt:lpstr>Wingdings</vt:lpstr>
      <vt:lpstr>CosineVTI</vt:lpstr>
      <vt:lpstr>Benchmarking DNA Sequence–Based Models Against Massively Parallel Reporter Assays</vt:lpstr>
      <vt:lpstr>PowerPoint Presentation</vt:lpstr>
      <vt:lpstr>Tasks </vt:lpstr>
      <vt:lpstr>Scope &amp; Hypothesis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 Helal</dc:creator>
  <cp:lastModifiedBy>Mustafa Helal</cp:lastModifiedBy>
  <cp:revision>1</cp:revision>
  <dcterms:created xsi:type="dcterms:W3CDTF">2025-08-14T08:34:32Z</dcterms:created>
  <dcterms:modified xsi:type="dcterms:W3CDTF">2025-08-14T12:21:26Z</dcterms:modified>
</cp:coreProperties>
</file>